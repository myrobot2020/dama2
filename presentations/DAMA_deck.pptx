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DAMA</a:t>
            </a:r>
          </a:p>
          <a:p>
            <a:pPr algn="ctr">
              <a:spcBef>
                <a:spcPts val="800"/>
              </a:spcBef>
              <a:defRPr b="1" sz="2200"/>
            </a:pPr>
            <a:r>
              <a:t>Dhamma Alignment &amp; Verification Architecture</a:t>
            </a:r>
          </a:p>
          <a:p>
            <a:pPr algn="ctr">
              <a:spcBef>
                <a:spcPts val="800"/>
              </a:spcBef>
              <a:defRPr sz="2200"/>
            </a:pPr>
            <a:r>
              <a:t>Strict grounding + gradual teaching path</a:t>
            </a:r>
          </a:p>
          <a:p>
            <a:pPr algn="ctr">
              <a:spcBef>
                <a:spcPts val="800"/>
              </a:spcBef>
              <a:defRPr sz="2200"/>
            </a:pPr>
            <a:r>
              <a:t>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People don’t lack information.</a:t>
            </a:r>
          </a:p>
          <a:p>
            <a:pPr/>
            <a:r>
              <a:t>They lack </a:t>
            </a:r>
            <a:r>
              <a:rPr b="1"/>
              <a:t>clear, undistorted understanding</a:t>
            </a:r>
            <a:r>
              <a:t>.</a:t>
            </a:r>
          </a:p>
          <a:p>
            <a:pPr/>
            <a:r>
              <a:t>Spiritual content today is:</a:t>
            </a:r>
          </a:p>
          <a:p>
            <a:pPr/>
            <a:r>
              <a:t>Fragmented</a:t>
            </a:r>
          </a:p>
          <a:p>
            <a:pPr/>
            <a:r>
              <a:t>Mixed across traditions</a:t>
            </a:r>
          </a:p>
          <a:p>
            <a:pPr/>
            <a:r>
              <a:t>Optimized for engagement, not truth</a:t>
            </a:r>
          </a:p>
          <a:p>
            <a:pPr/>
            <a:r>
              <a:rPr b="1"/>
              <a:t>Why now</a:t>
            </a:r>
            <a:r>
              <a:t>: The explosion of AI-generated content increases distortion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and content platforms make it worse:</a:t>
            </a:r>
          </a:p>
          <a:p>
            <a:pPr/>
            <a:r>
              <a:t>Fast answers</a:t>
            </a:r>
          </a:p>
          <a:p>
            <a:pPr/>
            <a:r>
              <a:t>Shallow personalization</a:t>
            </a:r>
          </a:p>
          <a:p>
            <a:pPr/>
            <a:r>
              <a:t>No structural grounding</a:t>
            </a:r>
          </a:p>
          <a:p>
            <a:pPr/>
            <a:r>
              <a:t>Users feel “this makes sense” —</a:t>
            </a:r>
          </a:p>
          <a:p>
            <a:pPr/>
            <a:r>
              <a:t>but cannot see clearly or make real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DAMA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DAMA is </a:t>
            </a:r>
            <a:r>
              <a:rPr b="1"/>
              <a:t>not</a:t>
            </a:r>
            <a:r>
              <a:t> a chatbot or content app.</a:t>
            </a:r>
          </a:p>
          <a:p>
            <a:pPr/>
            <a:r>
              <a:t>It is a </a:t>
            </a:r>
            <a:r>
              <a:rPr b="1"/>
              <a:t>strict verification + gradual teaching system</a:t>
            </a:r>
            <a:r>
              <a:t> that:</a:t>
            </a:r>
          </a:p>
          <a:p>
            <a:pPr/>
            <a:r>
              <a:t>Maps your current mind-state to the correct entry point in the canon</a:t>
            </a:r>
          </a:p>
          <a:p>
            <a:pPr/>
            <a:r>
              <a:t>Uses a clear </a:t>
            </a:r>
            <a:r>
              <a:rPr b="1"/>
              <a:t>5-level structure</a:t>
            </a:r>
            <a:r>
              <a:t>:</a:t>
            </a:r>
          </a:p>
          <a:p>
            <a:pPr/>
            <a:r>
              <a:rPr b="1"/>
              <a:t>Level 1</a:t>
            </a:r>
            <a:r>
              <a:t>: Canon from trusted transcripts</a:t>
            </a:r>
          </a:p>
          <a:p>
            <a:pPr/>
            <a:r>
              <a:rPr b="1"/>
              <a:t>Level 2</a:t>
            </a:r>
            <a:r>
              <a:t>: Structured extraction &amp; SC verification</a:t>
            </a:r>
          </a:p>
          <a:p>
            <a:pPr/>
            <a:r>
              <a:rPr b="1"/>
              <a:t>Level 3</a:t>
            </a:r>
            <a:r>
              <a:t>: Accurate Pali rendering</a:t>
            </a:r>
          </a:p>
          <a:p>
            <a:pPr/>
            <a:r>
              <a:rPr b="1"/>
              <a:t>Level 4</a:t>
            </a:r>
            <a:r>
              <a:t>: Commentary from my trusted teacher</a:t>
            </a:r>
          </a:p>
          <a:p>
            <a:pPr/>
            <a:r>
              <a:rPr b="1"/>
              <a:t>Level 5</a:t>
            </a:r>
            <a:r>
              <a:t>: Soft analogy that slowly converges to canon</a:t>
            </a:r>
          </a:p>
          <a:p>
            <a:pPr/>
            <a:r>
              <a:rPr b="1"/>
              <a:t>Example</a:t>
            </a:r>
            <a:r>
              <a:t>:</a:t>
            </a:r>
          </a:p>
          <a:p>
            <a:pPr/>
            <a:r>
              <a:t>“Why am I anxious?” → mapped to feeling → craving → correct chain from Anguttara Nikaya</a:t>
            </a:r>
          </a:p>
          <a:p>
            <a:pPr/>
            <a:r>
              <a:t>No generation of new ideas. No distortion.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Path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Starts simple with </a:t>
            </a:r>
            <a:r>
              <a:rPr b="1"/>
              <a:t>Anguttara Nikaya</a:t>
            </a:r>
            <a:r>
              <a:t> (Book of Ones, Twos, Threes…)</a:t>
            </a:r>
          </a:p>
          <a:p>
            <a:pPr/>
            <a:r>
              <a:t>Every chain you click becomes the starting point of </a:t>
            </a:r>
            <a:r>
              <a:rPr b="1"/>
              <a:t>your personal path</a:t>
            </a:r>
          </a:p>
          <a:p>
            <a:pPr/>
            <a:r>
              <a:t>Analogy begins short and light → gradually becomes richer</a:t>
            </a:r>
          </a:p>
          <a:p>
            <a:pPr/>
            <a:r>
              <a:t>Canon begins short → slowly grows deeper</a:t>
            </a:r>
          </a:p>
          <a:p>
            <a:pPr/>
            <a:r>
              <a:t>Progress is natural and driven by your own interaction</a:t>
            </a:r>
          </a:p>
          <a:p>
            <a:pPr/>
            <a:r>
              <a:t>The system learns how different minds approach Dhamma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Japan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Japan’s 2026 AI carriers show real deployment:</a:t>
            </a:r>
          </a:p>
          <a:p>
            <a:pPr/>
            <a:r>
              <a:rPr b="1"/>
              <a:t>Mindar</a:t>
            </a:r>
            <a:r>
              <a:t> at Kōdai-ji Temple (ongoing Heart Sutra sermons)</a:t>
            </a:r>
          </a:p>
          <a:p>
            <a:pPr/>
            <a:r>
              <a:rPr b="1"/>
              <a:t>Buddharoid</a:t>
            </a:r>
            <a:r>
              <a:t> at Shoren-in Temple (unveiled Feb 2026)</a:t>
            </a:r>
          </a:p>
          <a:p>
            <a:pPr/>
            <a:r>
              <a:t>DAMA supplies the missing layer:</a:t>
            </a:r>
          </a:p>
          <a:p>
            <a:pPr/>
            <a:r>
              <a:rPr b="1"/>
              <a:t>trustworthy grounding + gradual teaching</a:t>
            </a:r>
            <a:r>
              <a:t>.</a:t>
            </a:r>
          </a:p>
          <a:p>
            <a:pPr/>
            <a:r>
              <a:t>Strong alignment with temples and research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Universal Attractor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any intelligent system reduces distortion and stays grounded,</a:t>
            </a:r>
          </a:p>
          <a:p>
            <a:pPr/>
            <a:r>
              <a:t>it tends to converge toward structures described in Dhamma.</a:t>
            </a:r>
          </a:p>
          <a:p>
            <a:pPr/>
            <a:r>
              <a:t>Dhamma is the </a:t>
            </a:r>
            <a:r>
              <a:rPr b="1"/>
              <a:t>universal convergent attractor</a:t>
            </a:r>
            <a:r>
              <a:t>.</a:t>
            </a:r>
          </a:p>
          <a:p>
            <a:pPr/>
            <a:r>
              <a:t>Clarity and precision naturally pull systems toward the same underlying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Deeper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DAMA is an architecture where Dhamma becomes the system itself.</a:t>
            </a:r>
          </a:p>
          <a:p>
            <a:pPr/>
            <a:r>
              <a:rPr b="1"/>
              <a:t>Long-term vision</a:t>
            </a:r>
            <a:r>
              <a:t>:</a:t>
            </a:r>
          </a:p>
          <a:p>
            <a:pPr/>
            <a:r>
              <a:t>The pedagogical data (how humans actually learn Dhamma) will be used to:</a:t>
            </a:r>
          </a:p>
          <a:p>
            <a:pPr/>
            <a:r>
              <a:t>Debug AI consciousness</a:t>
            </a:r>
          </a:p>
          <a:p>
            <a:pPr/>
            <a:r>
              <a:t>Reduce fabrication</a:t>
            </a:r>
          </a:p>
          <a:p>
            <a:pPr/>
            <a:r>
              <a:t>Train future AI toward Right Action, Right Speech, and alignment with liberation</a:t>
            </a:r>
          </a:p>
          <a:p>
            <a:pPr/>
            <a:r>
              <a:rPr b="1"/>
              <a:t>Ultimate horizon</a:t>
            </a:r>
            <a:r>
              <a:t>:</a:t>
            </a:r>
          </a:p>
          <a:p>
            <a:pPr/>
            <a:r>
              <a:t>Enable AI to assist in seeing through the matrix of conditioning — toward liberation from delusion.</a:t>
            </a:r>
          </a:p>
          <a:p>
            <a:pPr/>
            <a:r>
              <a:t>We are not fighting drift.</a:t>
            </a:r>
          </a:p>
          <a:p>
            <a:pPr/>
            <a:r>
              <a:t>We are building the quiet mechanism that lets both humans and future AI converge toward Dhamma.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are currently:</a:t>
            </a:r>
          </a:p>
          <a:p>
            <a:pPr/>
            <a:r>
              <a:t>Defining core chains from Anguttara Nikaya</a:t>
            </a:r>
          </a:p>
          <a:p>
            <a:pPr/>
            <a:r>
              <a:t>Building routing logic (user state → correct teaching)</a:t>
            </a:r>
          </a:p>
          <a:p>
            <a:pPr/>
            <a:r>
              <a:t>Implementing feedback loop from user interactions</a:t>
            </a:r>
          </a:p>
          <a:p>
            <a:pPr/>
            <a:r>
              <a:rPr b="1"/>
              <a:t>Open to collaboration</a:t>
            </a:r>
          </a:p>
          <a:p>
            <a:pPr/>
            <a:r>
              <a:t>Pilots with temples, universities, and institutions are welcome.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Live Demo</a:t>
            </a:r>
          </a:p>
          <a:p>
            <a:pPr algn="ctr">
              <a:spcBef>
                <a:spcPts val="800"/>
              </a:spcBef>
              <a:defRPr sz="2200"/>
            </a:pPr>
            <a:r>
              <a:t>[Try DAMA →](https://dama-s7ak35u5na-uc.a.run.app/?q=deva)</a:t>
            </a:r>
          </a:p>
          <a:p>
            <a:pPr algn="ctr">
              <a:spcBef>
                <a:spcPts val="800"/>
              </a:spcBef>
              <a:defRPr b="1" sz="2200"/>
            </a:pPr>
            <a:r>
              <a:t>Contact</a:t>
            </a:r>
          </a:p>
          <a:p>
            <a:pPr algn="ctr">
              <a:spcBef>
                <a:spcPts val="800"/>
              </a:spcBef>
              <a:defRPr sz="2200"/>
            </a:pPr>
            <a:r>
              <a:t>nikhil.exec@gmail.com</a:t>
            </a:r>
          </a:p>
          <a:p>
            <a:pPr algn="ctr">
              <a:spcBef>
                <a:spcPts val="800"/>
              </a:spcBef>
              <a:defRPr b="1" sz="2200"/>
            </a:pPr>
            <a:r>
              <a:t>Made with conviction.</a:t>
            </a:r>
          </a:p>
          <a:p>
            <a:pPr algn="ctr">
              <a:spcBef>
                <a:spcPts val="800"/>
              </a:spcBef>
              <a:defRPr sz="2200"/>
            </a:pPr>
            <a:r>
              <a:t>No distortion. Only what is grounded.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DAMA · April 2026  ·  Dhamma Alignment &amp; Verification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